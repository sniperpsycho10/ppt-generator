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172.17.66.20:4000/feedback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DB87F"/>
          </a:solidFill>
          <a:ln/>
        </p:spPr>
      </p:sp>
      <p:pic>
        <p:nvPicPr>
          <p:cNvPr id="6" name="Image 2" descr="preencoded.png">
            <a:hlinkClick r:id="rId4" tooltip="Go to Feedback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balde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CALCULATION TABLE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Load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(MW)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Steam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Temp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08:00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250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540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09:00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255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541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248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539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11:00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260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542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 FILE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1" name="Text 28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cdvfg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evfb fegr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gbhtnyjm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1234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CALCULATION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Load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(MW)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Steam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Temp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08:00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250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540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09:00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255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541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248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539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11:00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260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542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 FILE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1" name="Text 28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bladeblade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0"/>
            <a:ext cx="1280160" cy="16459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6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1):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2):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14</Slides>
	<Notes>14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14</vt:i4></vt:variant>
		</vt:vector>
	</HeadingPairs>
	<TitlesOfParts>
		<vt:vector size="17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2026-07-28T09:01:31Z</dcterms:created>
  <dcterms:modified xsi:type="dcterms:W3CDTF">2026-07-28T09:01:31Z</dcterms:modified>
</cp:coreProperties>
</file>