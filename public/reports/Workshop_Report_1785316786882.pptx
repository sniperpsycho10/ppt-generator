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457200" cy="4572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457200" cy="457200"/>
          </a:xfrm>
          <a:prstGeom prst="rtTriangle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pic>
        <p:nvPicPr>
          <p:cNvPr id="10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pic>
        <p:nvPicPr>
          <p:cNvPr id="17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Best </a:t>
                      </a:r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Practices </a:t>
                      </a:r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4864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OUTSTANDING SUGGESTIONS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</a:rPr>
              <a:t>"Hajiajz"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— 0 (Maintenance &amp; Engineering Dept)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</a:rPr>
              <a:t>"OopNb"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— Ysh (Power Plant Dept)</a:t>
            </a:r>
            <a:endParaRPr lang="en-US" sz="1000" dirty="0"/>
          </a:p>
        </p:txBody>
      </p:sp>
      <p:pic>
        <p:nvPicPr>
          <p:cNvPr id="11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7</Slides>
	<Notes>7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7</vt:i4></vt:variant>
		</vt:vector>
	</HeadingPairs>
	<TitlesOfParts>
		<vt:vector size="10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2026-07-29T09:19:46Z</dcterms:created>
  <dcterms:modified xsi:type="dcterms:W3CDTF">2026-07-29T09:19:46Z</dcterms:modified>
</cp:coreProperties>
</file>