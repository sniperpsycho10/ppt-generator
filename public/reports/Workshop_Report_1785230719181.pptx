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://10.113.253.243:4000/feedback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jpe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_MASTER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>
              <a:alpha val="1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914400" cy="9144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A3D62"/>
          </a:solidFill>
          <a:ln/>
        </p:spPr>
      </p:sp>
      <p:pic>
        <p:nvPicPr>
          <p:cNvPr id="6" name="Image 2" descr="preencoded.png">
            <a:hlinkClick r:id="rId4" tooltip="Go to Feedback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572000"/>
            <a:ext cx="457200" cy="4572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321040" y="43891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A3D62"/>
                </a:solidFill>
              </a:rPr>
              <a:t>Click or Scan QR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457200" cy="457200"/>
          </a:xfrm>
          <a:prstGeom prst="chord">
            <a:avLst/>
          </a:prstGeom>
          <a:solidFill>
            <a:srgbClr val="F4805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0"/>
            <a:ext cx="457200" cy="45720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371600"/>
            <a:ext cx="457200" cy="457200"/>
          </a:xfrm>
          <a:prstGeom prst="rtTriangle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828800"/>
            <a:ext cx="457200" cy="457200"/>
          </a:xfrm>
          <a:prstGeom prst="chord">
            <a:avLst/>
          </a:prstGeom>
          <a:solidFill>
            <a:srgbClr val="F4805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71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JULY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D62"/>
                </a:solidFill>
              </a:rPr>
              <a:t>MONTHLY MAINTENANCE WORKSHOP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Best Practice Sharing &amp; Repetitive Problem Resolution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45720" cy="36576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3D62"/>
                </a:solidFill>
              </a:rPr>
              <a:t>Workshop 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200400"/>
          </a:xfrm>
          <a:prstGeom prst="roundRect">
            <a:avLst>
              <a:gd name="adj" fmla="val 2857"/>
            </a:avLst>
          </a:prstGeom>
          <a:solidFill>
            <a:srgbClr val="FFFFFF">
              <a:alpha val="70000"/>
            </a:srgbClr>
          </a:solidFill>
          <a:ln w="25400">
            <a:solidFill>
              <a:srgbClr val="7DB87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55448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7DB87F"/>
                </a:solidFill>
              </a:rPr>
              <a:t>★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BEST PRACTICES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SHARING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0" y="155448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4805A"/>
                </a:solidFill>
              </a:rPr>
              <a:t>▲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83464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REPETITIVE / CHRONIC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PROBLEM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DISCUSSION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4A90E2"/>
                </a:solidFill>
              </a:rPr>
              <a:t>📈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5488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ACTION REVIEW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KPI TRENDS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155448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7DB87F"/>
                </a:solidFill>
              </a:rPr>
              <a:t>🏢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67512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HORIZONTAL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DEPLOYMENT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Department: </a:t>
            </a:r>
            <a:pPr indent="0" marL="0">
              <a:buNone/>
            </a:pPr>
            <a:r>
              <a:rPr lang="en-US" sz="1400" b="1" dirty="0">
                <a:solidFill>
                  <a:srgbClr val="7DB87F"/>
                </a:solidFill>
              </a:rPr>
              <a:t>Mechanical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48640"/>
            <a:ext cx="45720" cy="27432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62"/>
                </a:solidFill>
              </a:rPr>
              <a:t>BEST PRACTICE: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blade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7DB8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B87F"/>
                </a:solidFill>
              </a:rPr>
              <a:t>OBJECTIVE / PURPOSE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blade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7DB8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745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B87F"/>
                </a:solidFill>
              </a:rPr>
              <a:t>PROBLEM ADDRESSED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bladeblade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7DB8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889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B87F"/>
                </a:solidFill>
              </a:rPr>
              <a:t>METHODOLOGY / INNOVATION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blade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4114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7DB8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033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B87F"/>
                </a:solidFill>
              </a:rPr>
              <a:t>IMPACT / SAVING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Cost Impact: Approx Rs. 123 Lakhs.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256032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B87F"/>
                </a:solidFill>
              </a:rPr>
              <a:t>PHOTOS &amp; EVIDENCE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1280160" cy="1645920"/>
          </a:xfrm>
          <a:prstGeom prst="rect">
            <a:avLst/>
          </a:prstGeom>
          <a:solidFill>
            <a:srgbClr val="111111"/>
          </a:solidFill>
          <a:ln w="19050">
            <a:solidFill>
              <a:srgbClr val="F480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743200"/>
            <a:ext cx="1280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MISSING BEFORE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548640" cy="1371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274320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111"/>
                </a:solidFill>
              </a:rPr>
              <a:t>BEFORE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126480" y="2743200"/>
            <a:ext cx="1280160" cy="1645920"/>
          </a:xfrm>
          <a:prstGeom prst="rect">
            <a:avLst/>
          </a:prstGeom>
          <a:solidFill>
            <a:srgbClr val="111111"/>
          </a:solidFill>
          <a:ln w="19050">
            <a:solidFill>
              <a:srgbClr val="F480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2743200"/>
            <a:ext cx="1280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MISSING AFTER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743200"/>
            <a:ext cx="548640" cy="13716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274320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111"/>
                </a:solidFill>
              </a:rPr>
              <a:t>AFTER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7589520" y="2743200"/>
            <a:ext cx="1280160" cy="1645920"/>
          </a:xfrm>
          <a:prstGeom prst="rect">
            <a:avLst/>
          </a:prstGeom>
          <a:solidFill>
            <a:srgbClr val="111111"/>
          </a:solidFill>
          <a:ln w="19050">
            <a:solidFill>
              <a:srgbClr val="F4805A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2743200"/>
            <a:ext cx="1280160" cy="164592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7589520" y="2743200"/>
            <a:ext cx="731520" cy="13716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9" name="Text 26"/>
          <p:cNvSpPr/>
          <p:nvPr/>
        </p:nvSpPr>
        <p:spPr>
          <a:xfrm>
            <a:off x="7589520" y="2743200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SUPPORTING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Department: </a:t>
            </a:r>
            <a:pPr indent="0" marL="0">
              <a:buNone/>
            </a:pPr>
            <a:r>
              <a:rPr lang="en-US" sz="1400" b="1" dirty="0">
                <a:solidFill>
                  <a:srgbClr val="7DB87F"/>
                </a:solidFill>
              </a:rPr>
              <a:t>Mechanical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48640"/>
            <a:ext cx="45720" cy="27432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62"/>
                </a:solidFill>
              </a:rPr>
              <a:t>SUPPORTING 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Supporting Doc: blade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3D62"/>
                </a:solidFill>
              </a:rPr>
              <a:t>CUSTOM TABLE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Header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Header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Header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Data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Data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Data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3D62"/>
                </a:solidFill>
              </a:rPr>
              <a:t>Tracker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3D62"/>
                </a:solidFill>
              </a:rPr>
              <a:t>Monthly Maintenance Workshop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Total Nos. of Entries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Nos. of entries for Action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Remarks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Best Practice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Repetitive Problem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90E2"/>
                </a:solidFill>
              </a:rPr>
              <a:t>Best Practice: </a:t>
            </a:r>
            <a:pPr indent="0" marL="0">
              <a:buNone/>
            </a:pPr>
            <a:r>
              <a:rPr lang="en-US" sz="2400" dirty="0">
                <a:solidFill>
                  <a:srgbClr val="0A3D62"/>
                </a:solidFill>
              </a:rPr>
              <a:t>Monthly Maintenance Workshop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3D62"/>
                </a:solidFill>
              </a:rPr>
              <a:t>Horizontal Deployment Tracker: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280160"/>
          <a:ext cx="8778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560320"/>
                <a:gridCol w="1828800"/>
                <a:gridCol w="914400"/>
                <a:gridCol w="23774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Department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Best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Practice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Title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Area/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Department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Implemented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Deadline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Remarks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Mechanical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blade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3E3E"/>
                </a:solidFill>
              </a:rPr>
              <a:t>Repetitive Problem: </a:t>
            </a:r>
            <a:pPr indent="0" marL="0">
              <a:buNone/>
            </a:pPr>
            <a:r>
              <a:rPr lang="en-US" sz="2400" dirty="0">
                <a:solidFill>
                  <a:srgbClr val="0A3D62"/>
                </a:solidFill>
              </a:rPr>
              <a:t>Monthly Maintenance Workshop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3D62"/>
                </a:solidFill>
              </a:rPr>
              <a:t>Suggestion Tracker: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" y="1280160"/>
          <a:ext cx="8961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280160"/>
                <a:gridCol w="1828800"/>
                <a:gridCol w="914400"/>
                <a:gridCol w="1097280"/>
                <a:gridCol w="914400"/>
                <a:gridCol w="1097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Dept.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Equipment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Problem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Statement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Discussion/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Initial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Suggestion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during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workshop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Suggester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Team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name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for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Analyse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problem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Analysis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Target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Remarks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65760">
                <a:tc gridSpan="8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No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Repetitive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Problems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recorded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yet.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3D62"/>
                </a:solidFill>
              </a:rPr>
              <a:t>We Want Your Feedback!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Scan the QR Code to submit your suggestions live.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2743200"/>
            <a:ext cx="2194560" cy="2194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8</Slides>
	<Notes>8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8</vt:i4></vt:variant>
		</vt:vector>
	</HeadingPairs>
	<TitlesOfParts>
		<vt:vector size="11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
		</vt:vector>
	</TitlesOfParts>
	<Company>Jindal Steel & Power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Monthly Maintenance Workshop</dc:title>
  <dc:subject>PptxGenJS Presentation</dc:subject>
  <dc:creator>JSPL System</dc:creator>
  <cp:lastModifiedBy>JSPL System</cp:lastModifiedBy>
  <cp:revision>1</cp:revision>
  <dcterms:created xsi:type="dcterms:W3CDTF">2026-07-28T09:25:19Z</dcterms:created>
  <dcterms:modified xsi:type="dcterms:W3CDTF">2026-07-28T09:25:19Z</dcterms:modified>
</cp:coreProperties>
</file>