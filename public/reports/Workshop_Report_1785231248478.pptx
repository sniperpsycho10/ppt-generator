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457200" cy="45720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457200" cy="457200"/>
          </a:xfrm>
          <a:prstGeom prst="rtTriangle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JULY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MONTHLY MAINTENANCE WORKSHOP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Best Practice Sharing &amp; Repetitive Problem Resolution</a:t>
            </a:r>
            <a:endParaRPr lang="en-US" sz="1800" dirty="0"/>
          </a:p>
        </p:txBody>
      </p:sp>
      <p:pic>
        <p:nvPicPr>
          <p:cNvPr id="10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SHARING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805A"/>
                </a:solidFill>
              </a:rPr>
              <a:t>▲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REPETITIVE / CHRONIC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A90E2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ACTION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KPI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HORIZONTAL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DEPLOYMENT</a:t>
            </a:r>
            <a:endParaRPr lang="en-US" sz="1000" dirty="0"/>
          </a:p>
        </p:txBody>
      </p:sp>
      <p:pic>
        <p:nvPicPr>
          <p:cNvPr id="17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BEST PRACTICE: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OBJECTIVE / 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bladeblade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METHODOLOGY /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IMPACT / SAVING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Cost Impact: Approx Rs. 123 Lakhs.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CALCULATION TABLE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87.48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20.5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582.8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439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51.24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42.4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914.3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491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48.03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42.2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975.8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12.85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36.7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819.8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146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59.11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23.4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868.5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52.81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666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351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59.58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24.8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589.3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455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30.18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29.7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839.1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Critical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99.88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25.6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504.2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493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30.58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31.5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914.5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663440" y="2560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B87F"/>
                </a:solidFill>
              </a:rPr>
              <a:t>PHOTOS &amp; EVIDENCE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BEFORE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BEFORE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AFTER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AFTER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58952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0"/>
            <a:ext cx="1280160" cy="164592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1" name="Text 27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SUPPORTING</a:t>
            </a:r>
            <a:endParaRPr lang="en-US" sz="700" dirty="0"/>
          </a:p>
        </p:txBody>
      </p:sp>
      <p:pic>
        <p:nvPicPr>
          <p:cNvPr id="32" name="Image 1" descr="preencoded.png">
            <a:hlinkClick r:id="rId3" tooltip="Go to Feedback Slide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SUPPORTING 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Supporting Doc: blade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CUSTOM TABLE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Tracker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3D62"/>
                </a:solidFill>
              </a:rPr>
              <a:t>Monthly Maintenance Workshop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Nos. of Entries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Nos. of entries for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Practice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Repetitive 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E2"/>
                </a:solidFill>
              </a:rPr>
              <a:t>Best Practice: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Horizontal Deployment Tracker: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828800"/>
                <a:gridCol w="9144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Practice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Area/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</a:rPr>
              <a:t>Repetitive Problem: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Suggestion Tracker: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1828800"/>
                <a:gridCol w="91440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Dept.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Discussion/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Suggestion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Suggester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Repetitive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Problems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3D62"/>
                </a:solidFill>
              </a:rPr>
              <a:t>We Want Your Feedback!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Scan the QR Code to submit your suggestions live.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8</Slides>
	<Notes>8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8</vt:i4></vt:variant>
		</vt:vector>
	</HeadingPairs>
	<TitlesOfParts>
		<vt:vector size="11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
		</vt:vector>
	</TitlesOfParts>
	<Company>Jindal Steel & Power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Maintenance Workshop</dc:title>
  <dc:subject>PptxGenJS Presentation</dc:subject>
  <dc:creator>JSPL System</dc:creator>
  <cp:lastModifiedBy>JSPL System</cp:lastModifiedBy>
  <cp:revision>1</cp:revision>
  <dcterms:created xsi:type="dcterms:W3CDTF">2026-07-28T09:34:08Z</dcterms:created>
  <dcterms:modified xsi:type="dcterms:W3CDTF">2026-07-28T09:34:08Z</dcterms:modified>
</cp:coreProperties>
</file>