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image" Target="../media/image-1002-2.jpe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_MASTER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>
              <a:alpha val="15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"/>
            <a:ext cx="914400" cy="9144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image" Target="../media/image-2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" Target="slide10.xml"/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" Target="slide10.xml"/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457200" cy="457200"/>
          </a:xfrm>
          <a:prstGeom prst="chord">
            <a:avLst/>
          </a:prstGeom>
          <a:solidFill>
            <a:srgbClr val="F4805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0"/>
            <a:ext cx="457200" cy="457200"/>
          </a:xfrm>
          <a:prstGeom prst="rect">
            <a:avLst/>
          </a:prstGeom>
          <a:solidFill>
            <a:srgbClr val="7DB87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371600"/>
            <a:ext cx="457200" cy="457200"/>
          </a:xfrm>
          <a:prstGeom prst="rtTriangle">
            <a:avLst/>
          </a:prstGeom>
          <a:solidFill>
            <a:srgbClr val="4A90E2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828800"/>
            <a:ext cx="457200" cy="457200"/>
          </a:xfrm>
          <a:prstGeom prst="chord">
            <a:avLst/>
          </a:prstGeom>
          <a:solidFill>
            <a:srgbClr val="F4805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3716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AUGUST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3D62"/>
                </a:solidFill>
              </a:rPr>
              <a:t>MONTHLY MAINTENANCE WORKSHOP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91440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Best Practice Sharing &amp; Repetitive Problem Resolution</a:t>
            </a:r>
            <a:endParaRPr lang="en-US" sz="1800" dirty="0"/>
          </a:p>
        </p:txBody>
      </p:sp>
      <p:pic>
        <p:nvPicPr>
          <p:cNvPr id="10" name="Image 0" descr="preencoded.png">
            <a:hlinkClick r:id="rId2" tooltip="Go to Feedback Slide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457200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321040" y="43891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A3D62"/>
                </a:solidFill>
              </a:rPr>
              <a:t>Click or Scan QR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45720" cy="365760"/>
          </a:xfrm>
          <a:prstGeom prst="rect">
            <a:avLst/>
          </a:prstGeom>
          <a:solidFill>
            <a:srgbClr val="7DB87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3D62"/>
                </a:solidFill>
              </a:rPr>
              <a:t>Workshop agenda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200400"/>
          </a:xfrm>
          <a:prstGeom prst="roundRect">
            <a:avLst>
              <a:gd name="adj" fmla="val 2857"/>
            </a:avLst>
          </a:prstGeom>
          <a:solidFill>
            <a:srgbClr val="FFFFFF">
              <a:alpha val="70000"/>
            </a:srgbClr>
          </a:solidFill>
          <a:ln w="25400">
            <a:solidFill>
              <a:srgbClr val="7DB87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554480"/>
            <a:ext cx="1645920" cy="22860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7DB87F"/>
                </a:solidFill>
              </a:rPr>
              <a:t>★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BEST PRACTICES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SHARING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34640" y="1554480"/>
            <a:ext cx="1645920" cy="22860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4805A"/>
                </a:solidFill>
              </a:rPr>
              <a:t>▲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834640" y="2560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REPETITIVE / CHRONIC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PROBLEM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DISCUSSION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554480"/>
            <a:ext cx="1645920" cy="22860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4A90E2"/>
                </a:solidFill>
              </a:rPr>
              <a:t>📈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754880" y="2560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ACTION REVIEW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KPI TRENDS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75120" y="1554480"/>
            <a:ext cx="1645920" cy="22860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7DB87F"/>
                </a:solidFill>
              </a:rPr>
              <a:t>🏢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675120" y="2560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HORIZONTAL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DEPLOYMENT</a:t>
            </a:r>
            <a:endParaRPr lang="en-US" sz="1000" dirty="0"/>
          </a:p>
        </p:txBody>
      </p:sp>
      <p:pic>
        <p:nvPicPr>
          <p:cNvPr id="17" name="Image 0" descr="preencoded.png">
            <a:hlinkClick r:id="rId2" tooltip="Go to Feedback Slide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4572000"/>
            <a:ext cx="457200" cy="4572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321040" y="43891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A3D62"/>
                </a:solidFill>
              </a:rPr>
              <a:t>Click or Scan QR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Department: </a:t>
            </a:r>
            <a:pPr indent="0" marL="0">
              <a:buNone/>
            </a:pPr>
            <a:r>
              <a:rPr lang="en-US" sz="1400" b="1" dirty="0">
                <a:solidFill>
                  <a:srgbClr val="7DB87F"/>
                </a:solidFill>
              </a:rPr>
              <a:t>Instrumentation &amp; Automation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48640"/>
            <a:ext cx="45720" cy="274320"/>
          </a:xfrm>
          <a:prstGeom prst="rect">
            <a:avLst/>
          </a:prstGeom>
          <a:solidFill>
            <a:srgbClr val="7DB87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3D62"/>
                </a:solidFill>
              </a:rPr>
              <a:t>BEST PRACTICE: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blade thickness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7DB87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B87F"/>
                </a:solidFill>
              </a:rPr>
              <a:t>OBJECTIVE / PURPOSE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blade thickness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7DB8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7452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B87F"/>
                </a:solidFill>
              </a:rPr>
              <a:t>PROBLEM ADDRESSED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problem addreesssed for blade thickness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743200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7DB87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8892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B87F"/>
                </a:solidFill>
              </a:rPr>
              <a:t>METHODOLOGY / INNOVATION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0175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nothing special adopted 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41148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7DB8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70332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B87F"/>
                </a:solidFill>
              </a:rPr>
              <a:t>IMPACT / SAVING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931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Cost Impact: Approx Rs. 229.05 Lakhs.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100584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3D62"/>
                </a:solidFill>
              </a:rPr>
              <a:t>CALCULATION TABLE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188720"/>
          <a:ext cx="4114800" cy="914400"/>
        </p:xfrm>
        <a:graphic>
          <a:graphicData uri="http://schemas.openxmlformats.org/drawingml/2006/table">
            <a:tbl>
              <a:tblPr/>
              <a:tblGrid>
                <a:gridCol w="1028700"/>
                <a:gridCol w="1028700"/>
                <a:gridCol w="1028700"/>
                <a:gridCol w="10287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Timestamp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Unit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Load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(MW)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Steam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Temp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(°C)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2026-07-18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08:00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Unit-1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250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540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2026-07-18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09:00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Unit-1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255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541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2026-07-18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10:00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Unit-1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248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539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2026-07-18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11:00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Unit-1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260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542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9" name="Image 0" descr="preencoded.png">
            <a:hlinkClick r:id="rId2" tooltip="Go to Feedback Slide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4572000"/>
            <a:ext cx="457200" cy="4572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321040" y="43891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A3D62"/>
                </a:solidFill>
              </a:rPr>
              <a:t>Click or Scan QR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3D62"/>
                </a:solidFill>
              </a:rPr>
              <a:t>PHOTOS &amp; EVIDENCE: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blade thickness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377440" cy="3200400"/>
          </a:xfrm>
          <a:prstGeom prst="rect">
            <a:avLst/>
          </a:prstGeom>
          <a:solidFill>
            <a:srgbClr val="111111"/>
          </a:solidFill>
          <a:ln w="19050">
            <a:solidFill>
              <a:srgbClr val="F4805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237744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914400"/>
            <a:ext cx="914400" cy="22860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9144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</a:rPr>
              <a:t>BEFORE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291840" y="914400"/>
            <a:ext cx="2377440" cy="3200400"/>
          </a:xfrm>
          <a:prstGeom prst="rect">
            <a:avLst/>
          </a:prstGeom>
          <a:solidFill>
            <a:srgbClr val="111111"/>
          </a:solidFill>
          <a:ln w="19050">
            <a:solidFill>
              <a:srgbClr val="F4805A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914400"/>
            <a:ext cx="2377440" cy="32004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291840" y="914400"/>
            <a:ext cx="914400" cy="228600"/>
          </a:xfrm>
          <a:prstGeom prst="rect">
            <a:avLst/>
          </a:prstGeom>
          <a:solidFill>
            <a:srgbClr val="7DB87F"/>
          </a:solidFill>
          <a:ln/>
        </p:spPr>
      </p:sp>
      <p:sp>
        <p:nvSpPr>
          <p:cNvPr id="10" name="Text 6"/>
          <p:cNvSpPr/>
          <p:nvPr/>
        </p:nvSpPr>
        <p:spPr>
          <a:xfrm>
            <a:off x="3291840" y="9144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</a:rPr>
              <a:t>AFTER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6126480" y="914400"/>
            <a:ext cx="2377440" cy="3200400"/>
          </a:xfrm>
          <a:prstGeom prst="rect">
            <a:avLst/>
          </a:prstGeom>
          <a:solidFill>
            <a:srgbClr val="111111"/>
          </a:solidFill>
          <a:ln w="19050">
            <a:solidFill>
              <a:srgbClr val="F4805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126480" y="914400"/>
            <a:ext cx="23774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NO FILE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126480" y="914400"/>
            <a:ext cx="1097280" cy="22860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4" name="Text 10"/>
          <p:cNvSpPr/>
          <p:nvPr/>
        </p:nvSpPr>
        <p:spPr>
          <a:xfrm>
            <a:off x="6126480" y="9144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SUPPORTING</a:t>
            </a:r>
            <a:endParaRPr lang="en-US" sz="900" dirty="0"/>
          </a:p>
        </p:txBody>
      </p:sp>
      <p:pic>
        <p:nvPicPr>
          <p:cNvPr id="15" name="Image 2" descr="preencoded.png">
            <a:hlinkClick r:id="rId4" tooltip="Go to Feedback Slide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457200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21040" y="43891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A3D62"/>
                </a:solidFill>
              </a:rPr>
              <a:t>Click or Scan QR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Department: </a:t>
            </a:r>
            <a:pPr indent="0" marL="0">
              <a:buNone/>
            </a:pPr>
            <a:r>
              <a:rPr lang="en-US" sz="1400" b="1" dirty="0">
                <a:solidFill>
                  <a:srgbClr val="7DB87F"/>
                </a:solidFill>
              </a:rPr>
              <a:t>Instrumentation &amp; Automation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48640"/>
            <a:ext cx="45720" cy="274320"/>
          </a:xfrm>
          <a:prstGeom prst="rect">
            <a:avLst/>
          </a:prstGeom>
          <a:solidFill>
            <a:srgbClr val="7DB87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3D62"/>
                </a:solidFill>
              </a:rPr>
              <a:t>SUPPORTING :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Supporting Doc: blade thickness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3D62"/>
                </a:solidFill>
              </a:rPr>
              <a:t>CUSTOM TABLE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914400"/>
        </p:xfrm>
        <a:graphic>
          <a:graphicData uri="http://schemas.openxmlformats.org/drawingml/2006/table">
            <a:tbl>
              <a:tblPr/>
              <a:tblGrid>
                <a:gridCol w="841248"/>
                <a:gridCol w="841248"/>
                <a:gridCol w="841248"/>
                <a:gridCol w="841248"/>
                <a:gridCol w="841248"/>
                <a:gridCol w="841248"/>
                <a:gridCol w="841248"/>
                <a:gridCol w="841248"/>
                <a:gridCol w="841248"/>
                <a:gridCol w="84124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Column_1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B8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Column_2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B8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Column_3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B8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Column_4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B8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Column_5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B8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Column_6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B8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Column_7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B8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Column_8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B8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Column_9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B8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Column_10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B87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ID001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C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East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422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87.48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Stopped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20.5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582.8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7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OK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ID002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B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East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439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51.24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Stopped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42.4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914.3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7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OK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ID003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C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East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491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48.03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Maintenance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42.2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975.8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8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Warning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ID004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C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East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307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12.85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Maintenance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36.7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819.8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4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Warning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ID005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C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South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146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59.11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Running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23.4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868.5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Warning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ID006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A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West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256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52.81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Running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25.7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666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6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OK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ID007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A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North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351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59.58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Maintenance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24.8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589.3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10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Warning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ID008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C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South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455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30.18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Maintenance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29.7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839.1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6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Critical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ID009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A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West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309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99.88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Maintenance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25.6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504.2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OK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ID010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B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North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493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30.58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Running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31.5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914.5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3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dirty="0">
                          <a:solidFill>
                            <a:srgbClr val="333333"/>
                          </a:solidFill>
                        </a:rPr>
                        <a:t>Warning</a:t>
                      </a:r>
                      <a:endParaRPr lang="en-US" sz="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32004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B87F"/>
                </a:solidFill>
              </a:rPr>
              <a:t>SUPPORTING PICTURES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3383280"/>
            <a:ext cx="2560320" cy="146304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108960" y="3383280"/>
            <a:ext cx="2560320" cy="1463040"/>
          </a:xfrm>
          <a:prstGeom prst="rect">
            <a:avLst/>
          </a:prstGeom>
        </p:spPr>
      </p:pic>
      <p:pic>
        <p:nvPicPr>
          <p:cNvPr id="10" name="Image 2" descr="preencoded.png">
            <a:hlinkClick r:id="rId4" tooltip="Go to Feedback Slide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4572000"/>
            <a:ext cx="457200" cy="4572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321040" y="43891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A3D62"/>
                </a:solidFill>
              </a:rPr>
              <a:t>Click or Scan QR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3D62"/>
                </a:solidFill>
              </a:rPr>
              <a:t>Tracker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3D62"/>
                </a:solidFill>
              </a:rPr>
              <a:t>Monthly Maintenance Workshop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2743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Total Nos. of Entries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Nos. of entries for Action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Remarks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E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Best Practice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01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01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Repetitive Problem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preencoded.png">
            <a:hlinkClick r:id="rId2" tooltip="Go to Feedback Slide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4572000"/>
            <a:ext cx="45720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321040" y="43891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A3D62"/>
                </a:solidFill>
              </a:rPr>
              <a:t>Click or Scan QR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90E2"/>
                </a:solidFill>
              </a:rPr>
              <a:t>Best Practice: </a:t>
            </a:r>
            <a:pPr indent="0" marL="0">
              <a:buNone/>
            </a:pPr>
            <a:r>
              <a:rPr lang="en-US" sz="2400" dirty="0">
                <a:solidFill>
                  <a:srgbClr val="0A3D62"/>
                </a:solidFill>
              </a:rPr>
              <a:t>Monthly Maintenance Workshop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3D62"/>
                </a:solidFill>
              </a:rPr>
              <a:t>Horizontal Deployment Tracker: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280160"/>
          <a:ext cx="8778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560320"/>
                <a:gridCol w="1828800"/>
                <a:gridCol w="914400"/>
                <a:gridCol w="23774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Department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Best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Practice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Title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Area/ </a:t>
                      </a:r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Department </a:t>
                      </a:r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 </a:t>
                      </a:r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 </a:t>
                      </a:r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Implemented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Deadline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Remarks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Instrumentation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Automation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blade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thickness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preencoded.png">
            <a:hlinkClick r:id="rId2" tooltip="Go to Feedback Slide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4572000"/>
            <a:ext cx="45720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321040" y="43891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A3D62"/>
                </a:solidFill>
              </a:rPr>
              <a:t>Click or Scan QR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3E3E"/>
                </a:solidFill>
              </a:rPr>
              <a:t>Repetitive Problem: </a:t>
            </a:r>
            <a:pPr indent="0" marL="0">
              <a:buNone/>
            </a:pPr>
            <a:r>
              <a:rPr lang="en-US" sz="2400" dirty="0">
                <a:solidFill>
                  <a:srgbClr val="0A3D62"/>
                </a:solidFill>
              </a:rPr>
              <a:t>Monthly Maintenance Workshop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3D62"/>
                </a:solidFill>
              </a:rPr>
              <a:t>Suggestion Tracker: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" y="1280160"/>
          <a:ext cx="89611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97280"/>
                <a:gridCol w="1280160"/>
                <a:gridCol w="1828800"/>
                <a:gridCol w="914400"/>
                <a:gridCol w="1097280"/>
                <a:gridCol w="914400"/>
                <a:gridCol w="1097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Dept.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Equipment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Details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Problem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Statement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Discussion/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Initial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Suggestion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during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workshop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Suggester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Team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name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for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Analyse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problem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Analysis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Target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Date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Remarks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65760">
                <a:tc gridSpan="8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No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Repetitive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Problems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recorded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yet.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pic>
        <p:nvPicPr>
          <p:cNvPr id="5" name="Image 0" descr="preencoded.png">
            <a:hlinkClick r:id="rId2" tooltip="Go to Feedback Slide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4572000"/>
            <a:ext cx="45720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321040" y="43891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A3D62"/>
                </a:solidFill>
              </a:rPr>
              <a:t>Click or Scan QR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548640"/>
            <a:ext cx="45720" cy="365760"/>
          </a:xfrm>
          <a:prstGeom prst="rect">
            <a:avLst/>
          </a:prstGeom>
          <a:solidFill>
            <a:srgbClr val="7DB87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3D62"/>
                </a:solidFill>
              </a:rPr>
              <a:t>OUTSTANDING SUGGESTIONS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5400">
            <a:solidFill>
              <a:srgbClr val="7DB87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3333"/>
                </a:solidFill>
              </a:rPr>
              <a:t>"BIaiiab"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— 172 (Maintenance &amp; Engineering Dept)</a:t>
            </a:r>
            <a:endParaRPr lang="en-US" sz="1000" dirty="0"/>
          </a:p>
        </p:txBody>
      </p:sp>
      <p:pic>
        <p:nvPicPr>
          <p:cNvPr id="8" name="Image 0" descr="preencoded.png">
            <a:hlinkClick r:id="rId2" tooltip="Go to Feedback Slide" action="ppaction://hlinksldjump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457200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321040" y="43891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A3D62"/>
                </a:solidFill>
              </a:rPr>
              <a:t>Click or Scan QR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3D62"/>
                </a:solidFill>
              </a:rPr>
              <a:t>We Want Your Feedback!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Scan the QR Code to submit your suggestions live.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2743200"/>
            <a:ext cx="2194560" cy="2194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10</Slides>
	<Notes>10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10</vt:i4></vt:variant>
		</vt:vector>
	</HeadingPairs>
	<TitlesOfParts>
		<vt:vector size="13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<vt:lpstr>Slide 7</vt:lpstr><vt:lpstr>Slide 8</vt:lpstr><vt:lpstr>Slide 9</vt:lpstr><vt:lpstr>Slide 10</vt:lpstr>
		</vt:vector>
	</TitlesOfParts>
	<Company>Jindal Steel & Power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Monthly Maintenance Workshop</dc:title>
  <dc:subject>PptxGenJS Presentation</dc:subject>
  <dc:creator>JSPL System</dc:creator>
  <cp:lastModifiedBy>JSPL System</cp:lastModifiedBy>
  <cp:revision>1</cp:revision>
  <dcterms:created xsi:type="dcterms:W3CDTF">2026-08-07T06:01:19Z</dcterms:created>
  <dcterms:modified xsi:type="dcterms:W3CDTF">2026-08-07T06:01:19Z</dcterms:modified>
</cp:coreProperties>
</file>