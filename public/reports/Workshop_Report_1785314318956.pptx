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pic>
        <p:nvPicPr>
          <p:cNvPr id="10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pic>
        <p:nvPicPr>
          <p:cNvPr id="17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bladeblade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pic>
        <p:nvPicPr>
          <p:cNvPr id="17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PHOTOS &amp; EVIDENCE: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37744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MISSING 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2286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BEFORE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37744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91440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MISSING AFTER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914400" cy="2286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14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AFTER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37744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14400"/>
            <a:ext cx="2377440" cy="3200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26480" y="914400"/>
            <a:ext cx="1097280" cy="2286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914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SUPPORTING</a:t>
            </a:r>
            <a:endParaRPr lang="en-US" sz="900" dirty="0"/>
          </a:p>
        </p:txBody>
      </p:sp>
      <p:pic>
        <p:nvPicPr>
          <p:cNvPr id="15" name="Image 1" descr="preencoded.png">
            <a:hlinkClick r:id="rId3" tooltip="Go to Feedback Slide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2026-07-29T08:38:38Z</dcterms:created>
  <dcterms:modified xsi:type="dcterms:W3CDTF">2026-07-29T08:38:38Z</dcterms:modified>
</cp:coreProperties>
</file>