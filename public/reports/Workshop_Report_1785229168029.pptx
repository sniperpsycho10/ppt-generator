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72.17.66.20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1):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2):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2026-07-28T08:59:28Z</dcterms:created>
  <dcterms:modified xsi:type="dcterms:W3CDTF">2026-07-28T08:59:28Z</dcterms:modified>
</cp:coreProperties>
</file>