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172.17.66.20:4000/feedback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DB87F"/>
          </a:solidFill>
          <a:ln/>
        </p:spPr>
      </p:sp>
      <p:pic>
        <p:nvPicPr>
          <p:cNvPr id="6" name="Image 2" descr="preencoded.png">
            <a:hlinkClick r:id="rId4" tooltip="Go to Feedback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Best </a:t>
                      </a:r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Practices </a:t>
                      </a:r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6</Slides>
	<Notes>6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6</vt:i4></vt:variant>
		</vt:vector>
	</HeadingPairs>
	<TitlesOfParts>
		<vt:vector size="9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2026-07-28T09:01:16Z</dcterms:created>
  <dcterms:modified xsi:type="dcterms:W3CDTF">2026-07-28T09:01:16Z</dcterms:modified>
</cp:coreProperties>
</file>