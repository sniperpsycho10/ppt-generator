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undefined" tooltip="" action="ppaction://hlinksldjump"/>
          </p:cNvPr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undefined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last</a:t>
            </a:r>
            <a:endParaRPr lang="en-US" dirty="0"/>
          </a:p>
        </p:txBody>
      </p:sp>
      <p:sp>
        <p:nvSpPr>
          <p:cNvPr id="3" name="Text 1">
            <a:hlinkClick r:id="rIdundefined" tooltip="" action="ppaction://hlinksldjump"/>
          </p:cNvPr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undefined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to slide 3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2026-07-28T08:55:19Z</dcterms:created>
  <dcterms:modified xsi:type="dcterms:W3CDTF">2026-07-28T08:55:19Z</dcterms:modified>
</cp:coreProperties>
</file>